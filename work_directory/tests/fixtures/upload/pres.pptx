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F750E-6700-4966-8D51-85E66EEF51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201D6-7E14-40FC-B2AE-8A4A213C8C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36DBC7-2782-4378-BB9C-B654D7D21A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48D8A7-A42F-4A78-A98B-F1A14160D9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DCBA5-7D3C-4CCC-8F24-CAD5D5CC89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B34E03-01DE-455F-B305-49D149F713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A524C-F54D-4D42-AD6F-4B45CE9A9E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0D88F-460E-4548-89DB-5E3A03A4CE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CB8C85-E309-4AF5-BD98-6FCF27AD68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58FAA7-3C0C-4C53-95D7-2B698C5FAF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CEF78B-B566-4582-9E79-FB88A654AB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2B00F9-308F-4B21-B774-2177F9F771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DF30FF6-41E7-4DB8-8925-2BAD72C8C31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0" y="0"/>
            <a:ext cx="360" cy="13144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Nexus Looker — тест PPTX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Слайд 1: кириллица работает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